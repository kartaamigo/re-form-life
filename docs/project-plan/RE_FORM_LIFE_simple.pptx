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70d93454f4f69" /><Relationship Type="http://schemas.openxmlformats.org/officeDocument/2006/relationships/extended-properties" Target="/docProps/app.xml" Id="Ree95938197274ca0" /><Relationship Type="http://schemas.openxmlformats.org/officeDocument/2006/relationships/officeDocument" Target="/ppt/presentation.xml" Id="Racf0506de47b41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b8892ee77453e"/>
  </p:sldMasterIdLst>
  <p:notesMasterIdLst>
    <p:notesMasterId xmlns:r="http://schemas.openxmlformats.org/officeDocument/2006/relationships" r:id="R9001a06c910c4208"/>
  </p:notesMasterIdLst>
  <p:sldIdLst>
    <p:sldId xmlns:r="http://schemas.openxmlformats.org/officeDocument/2006/relationships" id="256" r:id="R404785034b494dbe"/>
    <p:sldId xmlns:r="http://schemas.openxmlformats.org/officeDocument/2006/relationships" id="257" r:id="R597e053c329b474c"/>
    <p:sldId xmlns:r="http://schemas.openxmlformats.org/officeDocument/2006/relationships" id="258" r:id="R519f6f5856824356"/>
    <p:sldId xmlns:r="http://schemas.openxmlformats.org/officeDocument/2006/relationships" id="259" r:id="R60fb8554c09a492f"/>
    <p:sldId xmlns:r="http://schemas.openxmlformats.org/officeDocument/2006/relationships" id="260" r:id="Ra4f8787377204ec9"/>
    <p:sldId xmlns:r="http://schemas.openxmlformats.org/officeDocument/2006/relationships" id="261" r:id="R1a34338d3fec4d1c"/>
    <p:sldId xmlns:r="http://schemas.openxmlformats.org/officeDocument/2006/relationships" id="262" r:id="R7f7f2041adfe494a"/>
    <p:sldId xmlns:r="http://schemas.openxmlformats.org/officeDocument/2006/relationships" id="263" r:id="R4f0d10f4a7444ee4"/>
    <p:sldId xmlns:r="http://schemas.openxmlformats.org/officeDocument/2006/relationships" id="264" r:id="R6a47bb7f75814f37"/>
    <p:sldId xmlns:r="http://schemas.openxmlformats.org/officeDocument/2006/relationships" id="265" r:id="Rb1d44adeb6504a9a"/>
    <p:sldId xmlns:r="http://schemas.openxmlformats.org/officeDocument/2006/relationships" id="266" r:id="Rd3830f22cdd9485b"/>
    <p:sldId xmlns:r="http://schemas.openxmlformats.org/officeDocument/2006/relationships" id="267" r:id="R348e3556ce0d4e62"/>
    <p:sldId xmlns:r="http://schemas.openxmlformats.org/officeDocument/2006/relationships" id="268" r:id="Rc26a191dfb334a8e"/>
    <p:sldId xmlns:r="http://schemas.openxmlformats.org/officeDocument/2006/relationships" id="269" r:id="Rc701153310fb41d2"/>
    <p:sldId xmlns:r="http://schemas.openxmlformats.org/officeDocument/2006/relationships" id="270" r:id="Raee41de5f5a14746"/>
    <p:sldId xmlns:r="http://schemas.openxmlformats.org/officeDocument/2006/relationships" id="271" r:id="R2d2fa32df57c4b57"/>
    <p:sldId xmlns:r="http://schemas.openxmlformats.org/officeDocument/2006/relationships" id="272" r:id="R83278f0621f846e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efc961b6414433" /><Relationship Type="http://schemas.openxmlformats.org/officeDocument/2006/relationships/slideMaster" Target="/ppt/slideMasters/slideMaster1.xml" Id="R958b8892ee77453e" /><Relationship Type="http://schemas.openxmlformats.org/officeDocument/2006/relationships/notesMaster" Target="/ppt/notesMasters/notesMaster1.xml" Id="R9001a06c910c4208" /><Relationship Type="http://schemas.openxmlformats.org/officeDocument/2006/relationships/presProps" Target="/ppt/presProps.xml" Id="R9ea66907f6a14dca" /><Relationship Type="http://schemas.openxmlformats.org/officeDocument/2006/relationships/tableStyles" Target="/ppt/tableStyles.xml" Id="Rf861436af3a34b1f" /><Relationship Type="http://schemas.openxmlformats.org/officeDocument/2006/relationships/slide" Target="/ppt/slides/slide1.xml" Id="R404785034b494dbe" /><Relationship Type="http://schemas.openxmlformats.org/officeDocument/2006/relationships/slide" Target="/ppt/slides/slide2.xml" Id="R597e053c329b474c" /><Relationship Type="http://schemas.openxmlformats.org/officeDocument/2006/relationships/slide" Target="/ppt/slides/slide3.xml" Id="R519f6f5856824356" /><Relationship Type="http://schemas.openxmlformats.org/officeDocument/2006/relationships/slide" Target="/ppt/slides/slide4.xml" Id="R60fb8554c09a492f" /><Relationship Type="http://schemas.openxmlformats.org/officeDocument/2006/relationships/slide" Target="/ppt/slides/slide5.xml" Id="Ra4f8787377204ec9" /><Relationship Type="http://schemas.openxmlformats.org/officeDocument/2006/relationships/slide" Target="/ppt/slides/slide6.xml" Id="R1a34338d3fec4d1c" /><Relationship Type="http://schemas.openxmlformats.org/officeDocument/2006/relationships/slide" Target="/ppt/slides/slide7.xml" Id="R7f7f2041adfe494a" /><Relationship Type="http://schemas.openxmlformats.org/officeDocument/2006/relationships/slide" Target="/ppt/slides/slide8.xml" Id="R4f0d10f4a7444ee4" /><Relationship Type="http://schemas.openxmlformats.org/officeDocument/2006/relationships/slide" Target="/ppt/slides/slide9.xml" Id="R6a47bb7f75814f37" /><Relationship Type="http://schemas.openxmlformats.org/officeDocument/2006/relationships/slide" Target="/ppt/slides/slide10.xml" Id="Rb1d44adeb6504a9a" /><Relationship Type="http://schemas.openxmlformats.org/officeDocument/2006/relationships/slide" Target="/ppt/slides/slide11.xml" Id="Rd3830f22cdd9485b" /><Relationship Type="http://schemas.openxmlformats.org/officeDocument/2006/relationships/slide" Target="/ppt/slides/slide12.xml" Id="R348e3556ce0d4e62" /><Relationship Type="http://schemas.openxmlformats.org/officeDocument/2006/relationships/slide" Target="/ppt/slides/slide13.xml" Id="Rc26a191dfb334a8e" /><Relationship Type="http://schemas.openxmlformats.org/officeDocument/2006/relationships/slide" Target="/ppt/slides/slide14.xml" Id="Rc701153310fb41d2" /><Relationship Type="http://schemas.openxmlformats.org/officeDocument/2006/relationships/slide" Target="/ppt/slides/slide15.xml" Id="Raee41de5f5a14746" /><Relationship Type="http://schemas.openxmlformats.org/officeDocument/2006/relationships/slide" Target="/ppt/slides/slide16.xml" Id="R2d2fa32df57c4b57" /><Relationship Type="http://schemas.openxmlformats.org/officeDocument/2006/relationships/slide" Target="/ppt/slides/slide17.xml" Id="R83278f0621f8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0f5d493aed49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c611113014fe2" /><Relationship Type="http://schemas.openxmlformats.org/officeDocument/2006/relationships/notesMaster" Target="/ppt/notesMasters/notesMaster1.xml" Id="Rc59dc4921faf4d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3399ba5eae456c" /><Relationship Type="http://schemas.openxmlformats.org/officeDocument/2006/relationships/notesMaster" Target="/ppt/notesMasters/notesMaster1.xml" Id="Rdca4a99a40e746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f96020fbe74f99" /><Relationship Type="http://schemas.openxmlformats.org/officeDocument/2006/relationships/notesMaster" Target="/ppt/notesMasters/notesMaster1.xml" Id="R37c490989c4242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4ba0cd30444b80" /><Relationship Type="http://schemas.openxmlformats.org/officeDocument/2006/relationships/notesMaster" Target="/ppt/notesMasters/notesMaster1.xml" Id="Ree3e5d55176443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2017b20a874fdd" /><Relationship Type="http://schemas.openxmlformats.org/officeDocument/2006/relationships/notesMaster" Target="/ppt/notesMasters/notesMaster1.xml" Id="R769dbf2894b94a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91a4dbf2a4489f" /><Relationship Type="http://schemas.openxmlformats.org/officeDocument/2006/relationships/notesMaster" Target="/ppt/notesMasters/notesMaster1.xml" Id="Rec32ba0e6eac47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612290debf43e6" /><Relationship Type="http://schemas.openxmlformats.org/officeDocument/2006/relationships/notesMaster" Target="/ppt/notesMasters/notesMaster1.xml" Id="R13ff1254f4cc4c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d91a20992140a3" /><Relationship Type="http://schemas.openxmlformats.org/officeDocument/2006/relationships/notesMaster" Target="/ppt/notesMasters/notesMaster1.xml" Id="R23bd4b76985c4e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c6fa15ced947d1" /><Relationship Type="http://schemas.openxmlformats.org/officeDocument/2006/relationships/notesMaster" Target="/ppt/notesMasters/notesMaster1.xml" Id="R220c75c4f87047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581c252a6f4412" /><Relationship Type="http://schemas.openxmlformats.org/officeDocument/2006/relationships/notesMaster" Target="/ppt/notesMasters/notesMaster1.xml" Id="R6e95235dd5a04a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c558cc9c064d25" /><Relationship Type="http://schemas.openxmlformats.org/officeDocument/2006/relationships/notesMaster" Target="/ppt/notesMasters/notesMaster1.xml" Id="Rfbb20cb6609a48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b4c0e8c7ed4fe5" /><Relationship Type="http://schemas.openxmlformats.org/officeDocument/2006/relationships/notesMaster" Target="/ppt/notesMasters/notesMaster1.xml" Id="R7ece1e64a35244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f462ff8f6a46be" /><Relationship Type="http://schemas.openxmlformats.org/officeDocument/2006/relationships/notesMaster" Target="/ppt/notesMasters/notesMaster1.xml" Id="R34370d395e074d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4b54e7419a4a41" /><Relationship Type="http://schemas.openxmlformats.org/officeDocument/2006/relationships/notesMaster" Target="/ppt/notesMasters/notesMaster1.xml" Id="Rad5a958c80b246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8230151e9345f1" /><Relationship Type="http://schemas.openxmlformats.org/officeDocument/2006/relationships/notesMaster" Target="/ppt/notesMasters/notesMaster1.xml" Id="R6364d43b94ae4b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90402233a3418e" /><Relationship Type="http://schemas.openxmlformats.org/officeDocument/2006/relationships/notesMaster" Target="/ppt/notesMasters/notesMaster1.xml" Id="R64eec553976149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6f2807dd4b4bb7" /><Relationship Type="http://schemas.openxmlformats.org/officeDocument/2006/relationships/notesMaster" Target="/ppt/notesMasters/notesMaster1.xml" Id="R9c83834685d54c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D7: число активированных 30.11 участников, выполнивших задачу или отметивших привычку 07.12, делённое на всех активированных 30.11. Оценка полезности: сумма оценок / число валидных анкет. Один ответ от участника, сбор 11-13 декабря. Часовой пояс Europe/Moscow.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Мария: 110 часов пакетов работ, Вика: 124 часа. Доступность каждой: 216 часов. 54 рабочих дня, 04.11 исключён. План техники: 2 компьютера команды и 1 заёмный Windows для проверки, внешний накопитель от 16 ГБ. Труд учтён отдельно от денежных расходов.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Показатели, сроки и бюджет являются плановыми.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RE_FORM_LIFE_project.pdf / RE_FORM_LIFE_project.pptx, предоставленные пользователем. Источники исходной презентации: todoist.com/pricing, ticktick.com/about/upgrade, notion.com/pricing, sqlite.org/copyright.html, code.visualstudio.com/license, ai.google.dev/gemini-api/docs/available-regions. Новая проверка цен не проводилась. Референс палитры: ad27613befd292c8e06cec201af5e243.jpg, предоставлен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cf5dcfac44e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53c7e3edc47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343e3bd7f4d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d0432cda64b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022bd49e746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b8dfebd2942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85ED1C-B12E-4AAB-9A37-E73889D36D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3545E8-025E-4D7C-9852-C33D2E8471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BF9AA3-8A77-4B2B-9E34-800D70BE0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5322D7-1E07-4833-A195-378F95DAC9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2ABFA7-3497-4C9E-B560-58E14FAE17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1EB729-6149-4F89-816A-0FD6AE2F4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1529AF-AD5D-45C2-91D1-7E20CDA52C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A4DE0C-22C6-4234-9EC3-63CEE864F9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418798-72CB-4979-9BD4-75A6FF725D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F3FE72-8AA0-479C-B641-8D0DCCDF62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7d3fac3050460c" /><Relationship Type="http://schemas.openxmlformats.org/officeDocument/2006/relationships/slideLayout" Target="/ppt/slideLayouts/slideLayout1.xml" Id="R60586e7a8f664c5a" /><Relationship Type="http://schemas.openxmlformats.org/officeDocument/2006/relationships/slideLayout" Target="/ppt/slideLayouts/slideLayout2.xml" Id="Rfad1a9aa225a4eb4" /><Relationship Type="http://schemas.openxmlformats.org/officeDocument/2006/relationships/slideLayout" Target="/ppt/slideLayouts/slideLayout3.xml" Id="R8925cd41012b43da" /><Relationship Type="http://schemas.openxmlformats.org/officeDocument/2006/relationships/slideLayout" Target="/ppt/slideLayouts/slideLayout4.xml" Id="R179e9305266d48c3" /><Relationship Type="http://schemas.openxmlformats.org/officeDocument/2006/relationships/slideLayout" Target="/ppt/slideLayouts/slideLayout5.xml" Id="Rb306d3be2f664771" /><Relationship Type="http://schemas.openxmlformats.org/officeDocument/2006/relationships/slideLayout" Target="/ppt/slideLayouts/slideLayout6.xml" Id="Rdcc880b46e6a4e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586e7a8f664c5a"/>
    <p:sldLayoutId xmlns:r="http://schemas.openxmlformats.org/officeDocument/2006/relationships" id="2147483650" r:id="Rfad1a9aa225a4eb4"/>
    <p:sldLayoutId xmlns:r="http://schemas.openxmlformats.org/officeDocument/2006/relationships" id="2147483651" r:id="R8925cd41012b43da"/>
    <p:sldLayoutId xmlns:r="http://schemas.openxmlformats.org/officeDocument/2006/relationships" id="2147483652" r:id="R179e9305266d48c3"/>
    <p:sldLayoutId xmlns:r="http://schemas.openxmlformats.org/officeDocument/2006/relationships" id="2147483653" r:id="Rb306d3be2f664771"/>
    <p:sldLayoutId xmlns:r="http://schemas.openxmlformats.org/officeDocument/2006/relationships" id="2147483654" r:id="Rdcc880b46e6a4e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033c9e2f04188" /><Relationship Type="http://schemas.openxmlformats.org/officeDocument/2006/relationships/notesSlide" Target="/ppt/notesSlides/notesSlide1.xml" Id="R1937dd7e50224f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b079c0f0e4b24" /><Relationship Type="http://schemas.openxmlformats.org/officeDocument/2006/relationships/notesSlide" Target="/ppt/notesSlides/notesSlide2.xml" Id="R6944010c377044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3c302796947cb" /><Relationship Type="http://schemas.openxmlformats.org/officeDocument/2006/relationships/notesSlide" Target="/ppt/notesSlides/notesSlide3.xml" Id="R057b1ad1cf2849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2aacbaa914189" /><Relationship Type="http://schemas.openxmlformats.org/officeDocument/2006/relationships/notesSlide" Target="/ppt/notesSlides/notesSlide4.xml" Id="R16c05f5a48ee4d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63f7169cd4b8d" /><Relationship Type="http://schemas.openxmlformats.org/officeDocument/2006/relationships/notesSlide" Target="/ppt/notesSlides/notesSlide5.xml" Id="Rccb44c8188ea46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2bd3a93df4473" /><Relationship Type="http://schemas.openxmlformats.org/officeDocument/2006/relationships/notesSlide" Target="/ppt/notesSlides/notesSlide6.xml" Id="R518d0954e31e4b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d36cf10bbb4f7c" /><Relationship Type="http://schemas.openxmlformats.org/officeDocument/2006/relationships/notesSlide" Target="/ppt/notesSlides/notesSlide7.xml" Id="R5386ecfc9a6140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bd2c3afe414da7" /><Relationship Type="http://schemas.openxmlformats.org/officeDocument/2006/relationships/notesSlide" Target="/ppt/notesSlides/notesSlide8.xml" Id="R6b015bfda75e44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eedbac3ce4f22" /><Relationship Type="http://schemas.openxmlformats.org/officeDocument/2006/relationships/notesSlide" Target="/ppt/notesSlides/notesSlide9.xml" Id="Re6882f8c2a8b4d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ca982f11e47a7" /><Relationship Type="http://schemas.openxmlformats.org/officeDocument/2006/relationships/notesSlide" Target="/ppt/notesSlides/notesSlide10.xml" Id="R55c3d9de407844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234dcbd474b94" /><Relationship Type="http://schemas.openxmlformats.org/officeDocument/2006/relationships/notesSlide" Target="/ppt/notesSlides/notesSlide11.xml" Id="R686a98c1337140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a02113a974fa7" /><Relationship Type="http://schemas.openxmlformats.org/officeDocument/2006/relationships/notesSlide" Target="/ppt/notesSlides/notesSlide12.xml" Id="Rb549cf70cc1e46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99eb65cf44ae3" /><Relationship Type="http://schemas.openxmlformats.org/officeDocument/2006/relationships/notesSlide" Target="/ppt/notesSlides/notesSlide13.xml" Id="R106a8523180b41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837f130564e2c" /><Relationship Type="http://schemas.openxmlformats.org/officeDocument/2006/relationships/notesSlide" Target="/ppt/notesSlides/notesSlide14.xml" Id="Re40c7784832c49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5f571a32449f9" /><Relationship Type="http://schemas.openxmlformats.org/officeDocument/2006/relationships/notesSlide" Target="/ppt/notesSlides/notesSlide15.xml" Id="R89087eeee5484b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58fc7d2c54c33" /><Relationship Type="http://schemas.openxmlformats.org/officeDocument/2006/relationships/notesSlide" Target="/ppt/notesSlides/notesSlide16.xml" Id="Re2bbd075c6a44c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250e6f5f142e7" /><Relationship Type="http://schemas.openxmlformats.org/officeDocument/2006/relationships/notesSlide" Target="/ppt/notesSlides/notesSlide17.xml" Id="R35dcdb04033040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BD9A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B14E1-840B-4035-89CB-255CB76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20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202433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202433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BB117-1C39-4ED9-BF2B-652D0B7C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0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2024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433"/>
                </a:solidFill>
                <a:latin typeface="Arial"/>
                <a:ea typeface="Arial"/>
                <a:cs typeface="Arial"/>
              </a:rPr>
              <a:t>Приложение для планов и привычек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6ED1A-E5C4-4D8E-A70D-5C82997F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4350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350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35063"/>
                </a:solidFill>
                <a:latin typeface="Arial"/>
                <a:ea typeface="Arial"/>
                <a:cs typeface="Arial"/>
              </a:rPr>
              <a:t>Учебный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80C56-CC88-4F4E-9C33-A804FDB6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4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433"/>
                </a:solidFill>
                <a:latin typeface="Arial"/>
                <a:ea typeface="Arial"/>
                <a:cs typeface="Arial"/>
              </a:rPr>
              <a:t>Мария и Вика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48396-9235-4320-8AB1-385BEA1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4350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350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35063"/>
                </a:solidFill>
                <a:latin typeface="Arial"/>
                <a:ea typeface="Arial"/>
                <a:cs typeface="Arial"/>
              </a:rPr>
              <a:t>Срок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6421A-CE97-40C5-8969-6C7BF05D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483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4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4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433"/>
                </a:solidFill>
                <a:latin typeface="Arial"/>
                <a:ea typeface="Arial"/>
                <a:cs typeface="Arial"/>
              </a:rPr>
              <a:t>12 октября - 25 декабря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50493-3EA4-4C1C-B03F-131C95DD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350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3506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8139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ADA00-38FD-4B3B-9BE5-E9124F58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Идея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D00CF-E3CA-43EC-8F32-9975026F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44379-A245-43DE-BD61-1DF14FD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Задачи, привычки и домашние записи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приходится вести в разных местах.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5B553-DACF-4FB6-955E-2EB84ED7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553E9-97E6-4920-B264-D62D2A8E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Собрать повседневные дела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в одном приложении для Windows.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840B-72C3-457F-B55B-511D6F70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Проверка идеи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D3495-C7CA-4F57-B0FB-0F7398DF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Провести пилот и узнать,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удобно ли пользоваться приложением каждый день.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8E8F0-C8B9-44AE-9588-34F22EF0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5824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9FBAB-84F1-4982-B2D0-774F975B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Основные функции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7EF56-C0D3-4CC9-9D42-9C0F86B7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Планы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A7CFB-DC73-4939-A293-E925A377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Задачи на неделю и месяц.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9E405-734B-4475-88C8-101AA606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Привычки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6C5B-E292-45CC-8B3F-6414FF2A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147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Ежедневные отметки и просмотр прогресса.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604DF-555D-4A2D-9BF8-EFD78419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Ручной учёт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08CE3-1CFA-479D-B210-392985A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Финансы и коммунальные платежи.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5D01E-8CED-4AFB-9B7D-AA268F4A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864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Ассистент EVE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D9E95-9804-41B2-8D4D-300E8C84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864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10 поддерживаемых команд.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Голос зависит от настроек и доступных сервисов.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2A1CC-8309-4BB3-96F6-AE75B53B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9043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C3DBE-ED51-4C25-B86F-A1690AB9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Цвета и оформление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F23CF-31DB-4CED-AD09-0DC6266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Тёмно-синий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BC451-B22A-414E-B4F1-B1DD85BA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Основной фон интерфейса.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02293-46AB-43B4-98AD-FEFB555C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Тёплый бежевый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64ED3-0032-4BEE-AD8C-D07B8B9C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Кнопки и важные элементы.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F932E-0CAD-4DC2-B3E6-809573BB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3A4AA"/>
                </a:solidFill>
                <a:latin typeface="Arial"/>
                <a:ea typeface="Arial"/>
                <a:cs typeface="Arial"/>
              </a:rPr>
              <a:t>Серо-голубой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1D734-1549-4D6F-97EB-F949C32E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Дополнительные оттенки и подписи.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973F0-75EC-4D56-BDDF-0EDBDBB7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Спокойная палитра по референсу. Крупный текст и простые экраны.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50B4A-9C93-46E1-8415-8FAA7449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2702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C4A63-3D6C-4B9F-9030-D2F7A6A2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Смена цветовой 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73F2D-D9F0-41A9-863F-04E8F1B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В приложении будет возможность менять цвета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0F715-0E25-4F98-95C9-16686A40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Настройка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55595-ED0A-438D-A569-2C734A3F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Пользователь сможет выбрать цветовую тему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в настройках приложения.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38279-A908-4119-9FFC-A609723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Базовая тема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37B9F-3230-417E-9B08-34243327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Тёмно-синий фон с бежевыми акцентами.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04163-2819-4CD2-8700-4E64173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3D2A8-809B-469C-A7DE-A793C45D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Смена темы запланирована.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Срок реализации уточним после основных функций.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B42AA-FC85-4A57-A7B1-1EDBD575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Задачи и записи сохранятся при смене оформления.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E10EE-3808-4DEF-B6E3-55411560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8291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06781-6B44-4DCE-A3D4-A9AE7777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Цель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DA815-7788-4933-BA22-9070C1A7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К 25 декабря 2026 года подготовить стабильную сборку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E4A20-CA87-4499-96C0-1D93944B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0E346-3DAE-4615-A530-8161F329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Windows-приложение, проверенное на пилоте.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195C4-6B32-46F4-B3A5-B949BAC1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Участники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7082B-4134-4F21-942B-812B40C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30 человек в пилоте и 5 запасных.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4AFE7-9713-412C-9717-C4C30EAE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Качество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0BF17-B985-4C80-8FDC-E31B8F6E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244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10 из 10 основных сценариев работают.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Критических ошибок и потерь данных нет.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D450-D1BA-4C63-8189-6D30539F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103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Польза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DDF2F-0992-430B-A762-5778E6EF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103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По отзывам и активности решаем,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как развивать приложение дальше.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25285-5043-4BDD-87B6-E0FCB24E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Все показатели в презентации являются плановыми.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7FDDD-1D8C-4A29-AAB0-CE12AC39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6386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AB43F-F498-433E-9430-073769D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Для кого приложение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88763-1646-4872-BEB7-ED2BC40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Аудитория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45F9D-D918-4E0F-942E-622866B8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Русскоязычные пользователи Windows,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которые совмещают учёбу, работу и домашние дела.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16CC7-13CC-4C1A-AFCC-F7B86FA7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Альтернативы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09D2A-EAD7-4753-9A2D-76833A10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Todoist, TickTick, Notion, календарь и таблицы.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7FB28-7D4A-4F49-8F13-8D43F3B4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Исследование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05FFB-EBAC-42D6-A83C-7E409D3A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12 интервью и 5 пользовательских сессий.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Проверим, нужен ли единый интерфейс.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CFB31-0DEB-4362-AF81-E39D3A9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На этапе исследования ожидаем подтверждение потребности минимум у 8 из 12 человек.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F5481-5970-4B73-AEA5-B7F5C9F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0407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E9458-D003-400B-B24C-38DC0B43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Команда и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14F1A-7150-4D47-BFD1-93AD08C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Мария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CFF81-AD5C-4102-99DB-F4BEA3F9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План проекта, код, данные и сборка приложения.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EEAFE-829A-4BD7-AAA0-5A3F4733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Вика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4BE6C-9218-4FF7-869F-E43C945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147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Исследование, оформление и тестирование.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D7153-5B32-4DC0-8150-614B82A7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Подход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4AE6B-C348-4EC8-9604-2847C24E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Agile: короткие этапы с проверкой результата.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3539C-7C34-497E-B260-99A972CC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864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Kanban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51DBE-952E-403F-BA01-E9119DEC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864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Запланировано / В работе / Проверка / Готово.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Раз в неделю обсуждаем прогресс.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A19C1-E5E7-44E8-A106-25995FA9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6820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FA758-362D-479C-BBCA-714D62BA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Приоритеты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AB2C8-86DF-49F0-BB64-7C686178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MoSCoW: сначала то, что нужно для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4070C-800C-448A-835D-42418FC8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Обязательно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F9AD7-9E5E-42EA-8003-C9165647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Задачи, привычки, сохранение данных,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резервные копии и тестирование.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05DEE-4A8A-4D8A-B5E8-A922FFFB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CEED8-24CB-4443-A33D-877E227B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Ручной учёт и ограниченные команды EVE.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6D545-F753-42F1-BD24-159ED52F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Позже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FD2DB-2630-407E-A066-96BDA736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244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Смена цветовой темы, анимация и полировка.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13969-E15C-4140-A861-508EBC4E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103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Вне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1516C-0276-4DEC-ABA3-69C5E656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103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Мобильная версия, синхронизация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и банковские интеграции.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CFE25-3D20-4FF4-9284-2BA04DD9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7103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D2467-20FB-4AB1-B633-A2BE358B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Пять этапов проекта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A4073-4A1E-45FC-8E3E-D69BC58CBFB8}"/>
              </a:ext>
            </a:extLst>
          </p:cNvPr>
          <p:cNvGraphicFramePr/>
          <p:nvPr/>
        </p:nvGraphicFramePr>
        <p:xfrm>
          <a:off xmlns:a="http://schemas.openxmlformats.org/drawingml/2006/main" x="857250" y="2333625"/>
          <a:ext xmlns:a="http://schemas.openxmlformats.org/drawingml/2006/main" cx="135255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5238750"/>
                <a:gridCol w="495300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T w="4763">
                      <a:solidFill>
                        <a:srgbClr val="435063"/>
                      </a:solidFill>
                      <a:prstDash val="solid"/>
                    </a:lnT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4350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Работы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T w="4763">
                      <a:solidFill>
                        <a:srgbClr val="435063"/>
                      </a:solidFill>
                      <a:prstDash val="solid"/>
                    </a:lnT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4350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T w="4763">
                      <a:solidFill>
                        <a:srgbClr val="435063"/>
                      </a:solidFill>
                      <a:prstDash val="solid"/>
                    </a:lnT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43506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1. Исследование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Цель, интервью, требования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Базовый план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2. Проектирование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Макеты и хранение данных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Проверенные сценарии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3. Стабилизация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Задачи, учёт, EVE, сборка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Версия для пилота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4. Пилот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Проверка, набор, наблюдение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Отзывы и показатели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5. Завершение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Анализ, исправления, отчёт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Решение о развитии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C201E-631A-4BCE-B48C-AB4E565A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Исходный план включает 18 пакетов работ.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6B162-E925-4154-B32E-A7D58744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25917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9A865-822D-414F-97E0-CA6170F5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Основные сроки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BBDA0-032B-4B4B-8DAE-916097776C36}"/>
              </a:ext>
            </a:extLst>
          </p:cNvPr>
          <p:cNvGraphicFramePr/>
          <p:nvPr/>
        </p:nvGraphicFramePr>
        <p:xfrm>
          <a:off xmlns:a="http://schemas.openxmlformats.org/drawingml/2006/main" x="857250" y="2333625"/>
          <a:ext xmlns:a="http://schemas.openxmlformats.org/drawingml/2006/main" cx="135255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904875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Когда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T w="4763">
                      <a:solidFill>
                        <a:srgbClr val="435063"/>
                      </a:solidFill>
                      <a:prstDash val="solid"/>
                    </a:lnT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4350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Что должно быть готово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T w="4763">
                      <a:solidFill>
                        <a:srgbClr val="435063"/>
                      </a:solidFill>
                      <a:prstDash val="solid"/>
                    </a:lnT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43506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23 октября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Исследование спроса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28 октября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Требования и план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6 ноября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Макеты и восстановление данных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27 ноября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Проверенная сборка и участники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30 ноября - 13 декабря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Пилот приложения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BD9A78"/>
                          </a:solidFill>
                          <a:latin typeface="Arial"/>
                          <a:ea typeface="Arial"/>
                          <a:cs typeface="Arial"/>
                        </a:rPr>
                        <a:t>23 декабря / 25 декабря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435063"/>
                      </a:solidFill>
                      <a:prstDash val="solid"/>
                    </a:lnL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3EEE8"/>
                          </a:solidFill>
                          <a:latin typeface="Arial"/>
                          <a:ea typeface="Arial"/>
                          <a:cs typeface="Arial"/>
                        </a:rPr>
                        <a:t>Финальная проверка / сдача проекта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435063"/>
                      </a:solidFill>
                      <a:prstDash val="solid"/>
                    </a:lnR>
                    <a:lnB w="4763">
                      <a:solidFill>
                        <a:srgbClr val="435063"/>
                      </a:solidFill>
                      <a:prstDash val="solid"/>
                    </a:lnB>
                    <a:solidFill>
                      <a:srgbClr val="202433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4A7AD-5672-43F0-8372-EFFB4ED5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24 декабря оставляем в резерве. Общий срок: 11 недель.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2C9BA-F5FF-4E41-BD3B-12947AF6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1722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212F1-4968-48B2-812A-ECA7C3C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Готовность к пилоту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23494-1877-4B0D-A819-1BA96A26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Сценарии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D118E-8514-4E97-A228-AEBEB16A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10 из 10 основных сценариев проходят проверку.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A4385-54B1-4B40-B2F3-272A6CAF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41452-6628-46F1-9C22-01E8503F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147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20 из 20 тестовых проверок успешны.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9669C-7CDF-4D74-B25D-D269A509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50BF8-B178-49F2-A0AE-5DEF4CE2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Нет критических и серьёзных ошибок P0/P1.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5342D-4D86-46E5-BF28-7C8FA2A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864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B249D-A02C-4634-B410-80830006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864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3 из 3 проверок восстановления успешны.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Перед обновлением создаём резервную копию.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EC17E-9195-4554-90C5-E34755D2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131952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29119-8BD6-4B5C-9D1F-04C5410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Как оценим пользу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8596E-053D-47E2-AC21-9B780F45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Активация: от 80%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498C9-94BB-45DB-8E3E-A0F9B408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Минимум 24 из 30 участников установили приложение,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выполнили задачу и отметили привычку.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5A965-E8A0-40BB-8926-8245690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Возврат через неделю: от 40%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8B726-21DC-44B7-8952-526F39F3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7 декабря участник выполнил задачу или отметил привычку.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При 24 активированных нужны минимум 10 вернувшихся.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B31B9-BBEC-4234-BC55-4622EAE4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Полезность: от 4 из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21A82-FDAA-48A5-9FE8-2D8701D3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Средняя оценка по минимум 20 анкетам.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52FBD-D927-4B56-81DF-CCB5B902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Пилот: 30 ноября - 13 декабря. События собираем с согласия участников.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6F990-000F-486D-9EBF-8C07A9C8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67105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0B5BE-3D11-4328-97A1-7B0C28A4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Ресурсы и бюджет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1615D-E4FE-435E-BDAA-96C5D049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AD13B-EF32-452C-BE62-F2567710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2 человека. План работ: 234 часа.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114B3-5D43-48C2-9954-8222F7CC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Доступное время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DE615-AEAA-4C67-AC4C-ABBBE746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147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432 часа при занятости 4 часа в рабочий день.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Из них 86,4 часа на сопровождение и 111,6 часа резерва.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B38C4-E5C2-4D7E-AE67-7594A899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Техника и программы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A23F9-ECD1-48B1-A823-2C5E01D5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Компьютеры, накопитель для копий, Git.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Python, Flask, pywebview и SQLite.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AEED4-E5B8-42C8-A057-45D90B6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864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Деньги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6A674-3739-47BD-8072-085565D7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864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Предлагаемый лимит: 3 000 ₽.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Без новых закупок, если техника уже есть.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93EC9-4498-4E92-8957-899AC9F7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Занятость, наличие техники и бюджет требуют согласования.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F9C23-755E-4A08-8B6C-0FDEEA5E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410278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24F42-208B-4CBD-883D-47BBDEB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Основные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4E303-13D8-4D82-A838-6AB50297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Мало интереса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2C046-D4B8-4C71-BF16-735A65D0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Уточняем аудиторию и сокращаем объём функций.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9F39E-85D1-4B36-9E6A-F2BA266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Недобор участников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80E21-71CF-49AD-9069-98784E60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147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Заранее готовим 5 запасных кандидатов.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38284-1A9E-4BD6-9F66-F7325CF3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Потеря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ECA13-68C9-41D1-9FBD-949535E6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Останавливаем пилот и восстанавливаем копию.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EF077-2566-483D-88E4-14F8FAED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864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Не хватает времени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1B500-7820-446F-9C9F-8CA711CF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864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Переносим оформление и дополнительные функции.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3714E-BEA1-4F1D-9531-8279662E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Базовые действия доступны вручную. Облачный ИИ не обязателен для пилота.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19539-7B2A-4D47-A52E-CBF2E88C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279029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F8C98-C441-4B44-AC31-A52ACB9F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Решение после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286DF-B22A-4D15-8EB8-03B47E88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Развивать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8FC6-28EA-43BE-AC9E-C5114420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Сборка прошла проверку,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участники возвращаются и высоко оценивают пользу.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A5742-A607-4202-971A-D0B16B36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Доработать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78448-482D-4F6E-8A06-DC29D1BB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Приложение работает, но часть показателей ниже цели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или отзывов пока недостаточно.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C9624-CEED-44D2-B8A5-AE5F0223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Пересмотреть идею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53929-82B9-48AE-85BF-739C2303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Спрос не подтвердился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или остаётся риск потери данных.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AA3C5-3E9E-4BCA-A577-81AC7AA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25 декабря сдаём сборку и итоговый отчёт.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D7246-3334-4764-AA90-F69E76E9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12911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5179D-5DF3-461D-B820-810D154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Допущения и 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34C5A-DACD-4812-8A2B-F5DDF58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Основа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7F33D-C1DA-44EF-8380-D6F578F6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Исходный проектный план RE:FORM LIFE.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Палитра из предоставленного изображения.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161F9-83BD-40BB-8C00-A2A88D1D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Плановые условия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D18DA-5337-460C-B2BA-4292A7BA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Стабилизируем существующий прототип.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Сроки рассчитаны для команды из двух человек.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76AD0-86D3-49E6-A233-49A86AFF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D9A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D9A78"/>
                </a:solidFill>
                <a:latin typeface="Arial"/>
                <a:ea typeface="Arial"/>
                <a:cs typeface="Arial"/>
              </a:rPr>
              <a:t>Уточним перед пилотом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0B911-14F4-44B0-9A45-71378E14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Занятость команды, наличие техники и бюджет.</a:t>
            </a:r>
          </a:p>
          <a:p xmlns:a="http://schemas.openxmlformats.org/drawingml/2006/main">
            <a:pPr>
              <a:defRPr sz="2400" b="0">
                <a:solidFill>
                  <a:srgbClr val="F3EEE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EEE8"/>
                </a:solidFill>
                <a:latin typeface="Arial"/>
                <a:ea typeface="Arial"/>
                <a:cs typeface="Arial"/>
              </a:rPr>
              <a:t>Смену цветовой темы добавим после основных функций.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B41CF-7296-4BCB-A001-6D308D59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Плановые цели не являются уже достигнутыми результатами.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4983F-CD8F-46C0-BC85-3402C2CB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96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3A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A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31469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2026-10-14T11:05:10.6660000Z</dcterms:created>
  <dcterms:modified xsi:type="dcterms:W3CDTF">2026-10-14T11:05:10.6670000Z</dcterms:modified>
</coreProperties>
</file>