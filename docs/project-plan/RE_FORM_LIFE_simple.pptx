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59b0aede364d43" /><Relationship Type="http://schemas.openxmlformats.org/officeDocument/2006/relationships/extended-properties" Target="/docProps/app.xml" Id="Re94c1ecf4a494917" /><Relationship Type="http://schemas.openxmlformats.org/officeDocument/2006/relationships/officeDocument" Target="/ppt/presentation.xml" Id="R8b688c1d67eb40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2e97853b584c1a"/>
  </p:sldMasterIdLst>
  <p:notesMasterIdLst>
    <p:notesMasterId xmlns:r="http://schemas.openxmlformats.org/officeDocument/2006/relationships" r:id="R5a3676db1d4543b3"/>
  </p:notesMasterIdLst>
  <p:sldIdLst>
    <p:sldId xmlns:r="http://schemas.openxmlformats.org/officeDocument/2006/relationships" id="256" r:id="R147380ca958940b4"/>
    <p:sldId xmlns:r="http://schemas.openxmlformats.org/officeDocument/2006/relationships" id="257" r:id="R2ac0d7db07c94ea6"/>
    <p:sldId xmlns:r="http://schemas.openxmlformats.org/officeDocument/2006/relationships" id="258" r:id="R8b55a9291cca433e"/>
    <p:sldId xmlns:r="http://schemas.openxmlformats.org/officeDocument/2006/relationships" id="259" r:id="Rbb21d053ceff4876"/>
    <p:sldId xmlns:r="http://schemas.openxmlformats.org/officeDocument/2006/relationships" id="260" r:id="R92d4fc021f7442ab"/>
    <p:sldId xmlns:r="http://schemas.openxmlformats.org/officeDocument/2006/relationships" id="261" r:id="R625dfd8c92e84702"/>
    <p:sldId xmlns:r="http://schemas.openxmlformats.org/officeDocument/2006/relationships" id="262" r:id="Rf1ecee871f0c429f"/>
    <p:sldId xmlns:r="http://schemas.openxmlformats.org/officeDocument/2006/relationships" id="263" r:id="R04b3891195b3494e"/>
    <p:sldId xmlns:r="http://schemas.openxmlformats.org/officeDocument/2006/relationships" id="264" r:id="R1dbfd8bc2f7e4bec"/>
    <p:sldId xmlns:r="http://schemas.openxmlformats.org/officeDocument/2006/relationships" id="265" r:id="R0367e1aea6384c6d"/>
    <p:sldId xmlns:r="http://schemas.openxmlformats.org/officeDocument/2006/relationships" id="266" r:id="R3feb705671a244a0"/>
    <p:sldId xmlns:r="http://schemas.openxmlformats.org/officeDocument/2006/relationships" id="267" r:id="Radf90ef106374744"/>
    <p:sldId xmlns:r="http://schemas.openxmlformats.org/officeDocument/2006/relationships" id="268" r:id="R8521f0030378433a"/>
    <p:sldId xmlns:r="http://schemas.openxmlformats.org/officeDocument/2006/relationships" id="269" r:id="R91491cf592204429"/>
    <p:sldId xmlns:r="http://schemas.openxmlformats.org/officeDocument/2006/relationships" id="270" r:id="Ra6fd3851f4c54203"/>
    <p:sldId xmlns:r="http://schemas.openxmlformats.org/officeDocument/2006/relationships" id="271" r:id="Rfca05566c78242fb"/>
    <p:sldId xmlns:r="http://schemas.openxmlformats.org/officeDocument/2006/relationships" id="272" r:id="Rfba509f8660f4d5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3779fc80ba4620" /><Relationship Type="http://schemas.openxmlformats.org/officeDocument/2006/relationships/slideMaster" Target="/ppt/slideMasters/slideMaster1.xml" Id="R612e97853b584c1a" /><Relationship Type="http://schemas.openxmlformats.org/officeDocument/2006/relationships/notesMaster" Target="/ppt/notesMasters/notesMaster1.xml" Id="R5a3676db1d4543b3" /><Relationship Type="http://schemas.openxmlformats.org/officeDocument/2006/relationships/presProps" Target="/ppt/presProps.xml" Id="R17a388f84bcf4cc9" /><Relationship Type="http://schemas.openxmlformats.org/officeDocument/2006/relationships/tableStyles" Target="/ppt/tableStyles.xml" Id="Rf818d7186c2044f6" /><Relationship Type="http://schemas.openxmlformats.org/officeDocument/2006/relationships/slide" Target="/ppt/slides/slide1.xml" Id="R147380ca958940b4" /><Relationship Type="http://schemas.openxmlformats.org/officeDocument/2006/relationships/slide" Target="/ppt/slides/slide2.xml" Id="R2ac0d7db07c94ea6" /><Relationship Type="http://schemas.openxmlformats.org/officeDocument/2006/relationships/slide" Target="/ppt/slides/slide3.xml" Id="R8b55a9291cca433e" /><Relationship Type="http://schemas.openxmlformats.org/officeDocument/2006/relationships/slide" Target="/ppt/slides/slide4.xml" Id="Rbb21d053ceff4876" /><Relationship Type="http://schemas.openxmlformats.org/officeDocument/2006/relationships/slide" Target="/ppt/slides/slide5.xml" Id="R92d4fc021f7442ab" /><Relationship Type="http://schemas.openxmlformats.org/officeDocument/2006/relationships/slide" Target="/ppt/slides/slide6.xml" Id="R625dfd8c92e84702" /><Relationship Type="http://schemas.openxmlformats.org/officeDocument/2006/relationships/slide" Target="/ppt/slides/slide7.xml" Id="Rf1ecee871f0c429f" /><Relationship Type="http://schemas.openxmlformats.org/officeDocument/2006/relationships/slide" Target="/ppt/slides/slide8.xml" Id="R04b3891195b3494e" /><Relationship Type="http://schemas.openxmlformats.org/officeDocument/2006/relationships/slide" Target="/ppt/slides/slide9.xml" Id="R1dbfd8bc2f7e4bec" /><Relationship Type="http://schemas.openxmlformats.org/officeDocument/2006/relationships/slide" Target="/ppt/slides/slide10.xml" Id="R0367e1aea6384c6d" /><Relationship Type="http://schemas.openxmlformats.org/officeDocument/2006/relationships/slide" Target="/ppt/slides/slide11.xml" Id="R3feb705671a244a0" /><Relationship Type="http://schemas.openxmlformats.org/officeDocument/2006/relationships/slide" Target="/ppt/slides/slide12.xml" Id="Radf90ef106374744" /><Relationship Type="http://schemas.openxmlformats.org/officeDocument/2006/relationships/slide" Target="/ppt/slides/slide13.xml" Id="R8521f0030378433a" /><Relationship Type="http://schemas.openxmlformats.org/officeDocument/2006/relationships/slide" Target="/ppt/slides/slide14.xml" Id="R91491cf592204429" /><Relationship Type="http://schemas.openxmlformats.org/officeDocument/2006/relationships/slide" Target="/ppt/slides/slide15.xml" Id="Ra6fd3851f4c54203" /><Relationship Type="http://schemas.openxmlformats.org/officeDocument/2006/relationships/slide" Target="/ppt/slides/slide16.xml" Id="Rfca05566c78242fb" /><Relationship Type="http://schemas.openxmlformats.org/officeDocument/2006/relationships/slide" Target="/ppt/slides/slide17.xml" Id="Rfba509f8660f4d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5addb438fb46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5392f8f8c245f7" /><Relationship Type="http://schemas.openxmlformats.org/officeDocument/2006/relationships/notesMaster" Target="/ppt/notesMasters/notesMaster1.xml" Id="R5a1e35549d0a4d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d52dcffeb44b33" /><Relationship Type="http://schemas.openxmlformats.org/officeDocument/2006/relationships/notesMaster" Target="/ppt/notesMasters/notesMaster1.xml" Id="R382ba3983be34e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d70d57671c47e6" /><Relationship Type="http://schemas.openxmlformats.org/officeDocument/2006/relationships/notesMaster" Target="/ppt/notesMasters/notesMaster1.xml" Id="R943e3aae4be445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60841f50284f8d" /><Relationship Type="http://schemas.openxmlformats.org/officeDocument/2006/relationships/notesMaster" Target="/ppt/notesMasters/notesMaster1.xml" Id="R990451562d1f4e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05004c6a784cb2" /><Relationship Type="http://schemas.openxmlformats.org/officeDocument/2006/relationships/notesMaster" Target="/ppt/notesMasters/notesMaster1.xml" Id="R39f029171d7f4d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bbb6c24296464d" /><Relationship Type="http://schemas.openxmlformats.org/officeDocument/2006/relationships/notesMaster" Target="/ppt/notesMasters/notesMaster1.xml" Id="R65aa97e978ca40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302de1381a4976" /><Relationship Type="http://schemas.openxmlformats.org/officeDocument/2006/relationships/notesMaster" Target="/ppt/notesMasters/notesMaster1.xml" Id="R16663e58492046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30d498191544cb" /><Relationship Type="http://schemas.openxmlformats.org/officeDocument/2006/relationships/notesMaster" Target="/ppt/notesMasters/notesMaster1.xml" Id="R34d9321f0efc45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614920b77548ca" /><Relationship Type="http://schemas.openxmlformats.org/officeDocument/2006/relationships/notesMaster" Target="/ppt/notesMasters/notesMaster1.xml" Id="R359e436789d344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96472d221d44c4" /><Relationship Type="http://schemas.openxmlformats.org/officeDocument/2006/relationships/notesMaster" Target="/ppt/notesMasters/notesMaster1.xml" Id="R1bcb962c721447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2e3a20332b4b9e" /><Relationship Type="http://schemas.openxmlformats.org/officeDocument/2006/relationships/notesMaster" Target="/ppt/notesMasters/notesMaster1.xml" Id="R638362690d8f43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deb8bf696342a5" /><Relationship Type="http://schemas.openxmlformats.org/officeDocument/2006/relationships/notesMaster" Target="/ppt/notesMasters/notesMaster1.xml" Id="R96eaedb3bd414b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710e8318ceb4530" /><Relationship Type="http://schemas.openxmlformats.org/officeDocument/2006/relationships/notesMaster" Target="/ppt/notesMasters/notesMaster1.xml" Id="R1077613e3a56489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9b3015d330f4bf3" /><Relationship Type="http://schemas.openxmlformats.org/officeDocument/2006/relationships/notesMaster" Target="/ppt/notesMasters/notesMaster1.xml" Id="R1d99fb3354c245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84a7261d254ed4" /><Relationship Type="http://schemas.openxmlformats.org/officeDocument/2006/relationships/notesMaster" Target="/ppt/notesMasters/notesMaster1.xml" Id="Rcc5f9253086d403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8a0194c41ca470e" /><Relationship Type="http://schemas.openxmlformats.org/officeDocument/2006/relationships/notesMaster" Target="/ppt/notesMasters/notesMaster1.xml" Id="R8138679c02a249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640d9905d74f4d" /><Relationship Type="http://schemas.openxmlformats.org/officeDocument/2006/relationships/notesMaster" Target="/ppt/notesMasters/notesMaster1.xml" Id="Rcf7c905be54f44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D7: число активированных 30.11 участников, выполнивших задачу или отметивших привычку 07.12, делённое на всех активированных 30.11. Оценка полезности: сумма оценок / число валидных анкет. Один ответ от участника, сбор 11-13 декабря. Часовой пояс Europe/Moscow.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Мария: 110 часов пакетов работ, Вика: 124 часа. Доступность каждой: 216 часов. 54 рабочих дня, 04.11 исключён. План техники: 2 компьютера команды и 1 заёмный Windows для проверки, внешний накопитель от 16 ГБ. Труд учтён отдельно от денежных расходов.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Показатели, сроки и бюджет являются плановыми.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RE_FORM_LIFE_project.pdf / RE_FORM_LIFE_project.pptx, предоставленные пользователем. Источники исходной презентации: todoist.com/pricing, ticktick.com/about/upgrade, notion.com/pricing, sqlite.org/copyright.html, code.visualstudio.com/license, ai.google.dev/gemini-api/docs/available-regions. Новая проверка цен не проводилась. Референс палитры: ad27613befd292c8e06cec201af5e243.jpg, предоставлен пользователем.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d475a008a24a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15c707c01941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9e6524eca149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07e9e26fe94c7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550c3d94eb4e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05c002819343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F2BFF0-65CA-4207-A194-D376669D6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65469C2-9F7F-4FCC-9B0E-1ED63261CE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07845E5-B18A-4829-8700-00812F3C3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581B564-2031-454B-A05D-72A1188C6C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0BA45F-B220-4EF7-81C6-34C6A429B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90600B-7B06-4C82-B623-64EA44EE80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8050DC-9937-4913-88BF-9D20BDBE42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CE9658-3297-4842-BCEA-1667B4E0D7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364A1B-C70B-4B45-9A1B-4498ABF7E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4A73CD-A392-4CA4-A399-4A72CE7BAA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f6c9b340c5495d" /><Relationship Type="http://schemas.openxmlformats.org/officeDocument/2006/relationships/slideLayout" Target="/ppt/slideLayouts/slideLayout1.xml" Id="R7bc3b32f0a734e09" /><Relationship Type="http://schemas.openxmlformats.org/officeDocument/2006/relationships/slideLayout" Target="/ppt/slideLayouts/slideLayout2.xml" Id="R3302b025879e4e9e" /><Relationship Type="http://schemas.openxmlformats.org/officeDocument/2006/relationships/slideLayout" Target="/ppt/slideLayouts/slideLayout3.xml" Id="Rf7de35153d3b4140" /><Relationship Type="http://schemas.openxmlformats.org/officeDocument/2006/relationships/slideLayout" Target="/ppt/slideLayouts/slideLayout4.xml" Id="R465a79976a94482b" /><Relationship Type="http://schemas.openxmlformats.org/officeDocument/2006/relationships/slideLayout" Target="/ppt/slideLayouts/slideLayout5.xml" Id="R7ada06eb958e4c63" /><Relationship Type="http://schemas.openxmlformats.org/officeDocument/2006/relationships/slideLayout" Target="/ppt/slideLayouts/slideLayout6.xml" Id="R7b98b530116a49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c3b32f0a734e09"/>
    <p:sldLayoutId xmlns:r="http://schemas.openxmlformats.org/officeDocument/2006/relationships" id="2147483650" r:id="R3302b025879e4e9e"/>
    <p:sldLayoutId xmlns:r="http://schemas.openxmlformats.org/officeDocument/2006/relationships" id="2147483651" r:id="Rf7de35153d3b4140"/>
    <p:sldLayoutId xmlns:r="http://schemas.openxmlformats.org/officeDocument/2006/relationships" id="2147483652" r:id="R465a79976a94482b"/>
    <p:sldLayoutId xmlns:r="http://schemas.openxmlformats.org/officeDocument/2006/relationships" id="2147483653" r:id="R7ada06eb958e4c63"/>
    <p:sldLayoutId xmlns:r="http://schemas.openxmlformats.org/officeDocument/2006/relationships" id="2147483654" r:id="R7b98b530116a49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1129d7c27448e5" /><Relationship Type="http://schemas.openxmlformats.org/officeDocument/2006/relationships/notesSlide" Target="/ppt/notesSlides/notesSlide1.xml" Id="Rb584347c4fa249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94a71e8d4e4f5f" /><Relationship Type="http://schemas.openxmlformats.org/officeDocument/2006/relationships/notesSlide" Target="/ppt/notesSlides/notesSlide2.xml" Id="Ra5f5adefeee342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650f16a900412a" /><Relationship Type="http://schemas.openxmlformats.org/officeDocument/2006/relationships/notesSlide" Target="/ppt/notesSlides/notesSlide3.xml" Id="R87b326fca76f42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0d450f363f47d3" /><Relationship Type="http://schemas.openxmlformats.org/officeDocument/2006/relationships/notesSlide" Target="/ppt/notesSlides/notesSlide4.xml" Id="Rf04afc9cdb3a43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a74b63e6254050" /><Relationship Type="http://schemas.openxmlformats.org/officeDocument/2006/relationships/notesSlide" Target="/ppt/notesSlides/notesSlide5.xml" Id="Redc71a3e144047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df7572a40b4117" /><Relationship Type="http://schemas.openxmlformats.org/officeDocument/2006/relationships/notesSlide" Target="/ppt/notesSlides/notesSlide6.xml" Id="R5a04508f96c34a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51f440b5d2429a" /><Relationship Type="http://schemas.openxmlformats.org/officeDocument/2006/relationships/notesSlide" Target="/ppt/notesSlides/notesSlide7.xml" Id="R90561ee61d154a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8f953fabec42dd" /><Relationship Type="http://schemas.openxmlformats.org/officeDocument/2006/relationships/notesSlide" Target="/ppt/notesSlides/notesSlide8.xml" Id="R3e8bea4fda7b4c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4df7f2900848da" /><Relationship Type="http://schemas.openxmlformats.org/officeDocument/2006/relationships/notesSlide" Target="/ppt/notesSlides/notesSlide9.xml" Id="R07a9da1e2f4c41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8fe3724ad54654" /><Relationship Type="http://schemas.openxmlformats.org/officeDocument/2006/relationships/notesSlide" Target="/ppt/notesSlides/notesSlide10.xml" Id="R87ea6d80954543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47f22d51a04af7" /><Relationship Type="http://schemas.openxmlformats.org/officeDocument/2006/relationships/notesSlide" Target="/ppt/notesSlides/notesSlide11.xml" Id="R5d1e98f4c0df44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bbaf45fca8411a" /><Relationship Type="http://schemas.openxmlformats.org/officeDocument/2006/relationships/notesSlide" Target="/ppt/notesSlides/notesSlide12.xml" Id="R65b0ca1441864e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f3d9dade3942f6" /><Relationship Type="http://schemas.openxmlformats.org/officeDocument/2006/relationships/notesSlide" Target="/ppt/notesSlides/notesSlide13.xml" Id="Re05212c8fcbe409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73891fb6749f1" /><Relationship Type="http://schemas.openxmlformats.org/officeDocument/2006/relationships/notesSlide" Target="/ppt/notesSlides/notesSlide14.xml" Id="R66ac44cd80c546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7b293b3d9a4f44" /><Relationship Type="http://schemas.openxmlformats.org/officeDocument/2006/relationships/notesSlide" Target="/ppt/notesSlides/notesSlide15.xml" Id="R4a8dcb7dba2345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9d83a1defe4487" /><Relationship Type="http://schemas.openxmlformats.org/officeDocument/2006/relationships/notesSlide" Target="/ppt/notesSlides/notesSlide16.xml" Id="R90dcb4fbbc6f45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7247403310484b" /><Relationship Type="http://schemas.openxmlformats.org/officeDocument/2006/relationships/notesSlide" Target="/ppt/notesSlides/notesSlide17.xml" Id="R4a4208a344314b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C6A27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8ECE6-644D-4197-8685-84252C3B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450" b="1">
                <a:solidFill>
                  <a:srgbClr val="22263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450" b="1">
                <a:solidFill>
                  <a:srgbClr val="222636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222636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DF83B-772B-4A44-9588-52A6F25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0512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22636"/>
                </a:solidFill>
                <a:latin typeface="Arial"/>
                <a:ea typeface="Arial"/>
                <a:cs typeface="Arial"/>
              </a:rPr>
              <a:t>Приложение для планов и привычек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0E97E-502A-4103-8092-A397AFEC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434F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34F6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34F61"/>
                </a:solidFill>
                <a:latin typeface="Arial"/>
                <a:ea typeface="Arial"/>
                <a:cs typeface="Arial"/>
              </a:rPr>
              <a:t>Учебный проект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7F67F-5BEC-480F-A57A-C4E954FA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672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636"/>
                </a:solidFill>
                <a:latin typeface="Arial"/>
                <a:ea typeface="Arial"/>
                <a:cs typeface="Arial"/>
              </a:rPr>
              <a:t>Мария и Вика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DA4BE-8357-4694-B6EE-42C66988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483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434F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34F6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34F61"/>
                </a:solidFill>
                <a:latin typeface="Arial"/>
                <a:ea typeface="Arial"/>
                <a:cs typeface="Arial"/>
              </a:rPr>
              <a:t>Срок проекта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7920B-A880-4673-AF2C-9F6730A4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483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2263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636"/>
                </a:solidFill>
                <a:latin typeface="Arial"/>
                <a:ea typeface="Arial"/>
                <a:cs typeface="Arial"/>
              </a:rPr>
              <a:t>12 октября - 25 декабря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AF3B9-A84D-4B03-943F-81A4A25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34F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34F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34F6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293050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50DB4-A7DD-45E8-887E-07800DD8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Идея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1EF1A-C09D-454E-8E2D-91A18F35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Проблема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12174-9B70-4F7F-AF9B-E2233336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Задачи, привычки и домашние записи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приходится вести в разных местах.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1E08-A4B8-459A-994E-7E53A8A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368E3-EA5A-460B-BE52-D009C27E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Собрать повседневные дела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 одном приложении для Windows.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8BB4-CFE9-434C-AB9F-7A6DA1CC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Проверка идеи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D0A1A-F015-4463-B944-E44CB625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Провести пилот и узнать,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удобно ли пользоваться приложением каждый день.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B29D5-1547-48C7-8F42-F29172D6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69423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254D1-55D2-4065-9D9F-EE63AC1A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Основные функции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06EF9-0F7B-42C9-A35B-D6F5764D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Планы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5D91D-34D5-4E8C-84BE-7E22751B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Задачи на неделю и месяц.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47830-3C51-4ACB-BE0C-28E65A2C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Привычки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E3C6E-F52E-468E-87E0-F10B8A7E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147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Ежедневные отметки и просмотр прогресса.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35DC0-DEED-4384-A38E-D04AE2FB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Ручной учёт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9802B-05A9-45CF-AC91-FDB9D105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005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Финансы и коммунальные платежи.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C4D900-DC6B-4ACE-8930-33AE9D97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864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Ассистент EVE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D7AA4-C3EC-4CBF-A600-1D561085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864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10 поддерживаемых команд.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Голос зависит от настроек и доступных сервисов.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2710C-9C4B-4400-9DAB-69DD5C1B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26280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D7EA5-BA51-4938-A17B-B94F4B93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Цвета и оформление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07972-C844-4A2E-BA35-3CF7C044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Тёмно-синий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2689F-3FAC-4CC2-8C39-67FF9759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Основной фон интерфейса.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F3241-8989-44EE-9485-44DD0860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Тёплый бежевый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6DDB3-68C1-4EAB-9D82-0F8E356E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Кнопки и важные элементы.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4E172-0386-43D9-93C6-FDDF218A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9B8BC"/>
                </a:solidFill>
                <a:latin typeface="Arial"/>
                <a:ea typeface="Arial"/>
                <a:cs typeface="Arial"/>
              </a:rPr>
              <a:t>Серо-голубой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21FDC-3393-4F9F-90AC-809BC055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Дополнительные оттенки и подписи.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4E8F5-8923-45E9-A546-E97FB300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Спокойная палитра по референсу. Крупный текст и простые экраны.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183AB-2B4F-4EF5-A2D9-7E36A962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82761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9CAF78-BA9B-47EB-83A6-33926BD4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Смена цветовой темы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CB026-6DB9-44C5-8DBC-49D6E0E2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 приложении будет возможность менять цвета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618FB-1AF6-4D43-BEB8-812D8A8C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Настройка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A9ECA-117D-4A3A-9B9C-D516B5C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Пользователь сможет выбрать цветовую тему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 настройках приложения.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4C54C-B13F-4419-98E0-DF1EDF0C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Базовая тема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992D7F-EC3B-4651-B910-5B8251E8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33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Тёмно-синий фон с бежевыми акцентами.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7FCF7-C1DF-4282-B661-12B7BE29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Статус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A5804-D6AA-457F-9907-B6866E32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715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Смена темы запланирована.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Срок реализации уточним после основных функций.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5AC93-DA4F-4F8E-B80A-A211FC79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Задачи и записи сохранятся при смене оформления.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B54FA-D389-4B35-8BBB-57A45CA3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88697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A515D-B1A0-4B43-98FD-35059194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Цель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45088-E925-4EC0-9DF6-409D15FF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 25 декабря 2026 года подготовить стабильную сборку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12E264-AD8E-44D3-804C-6D9FFB83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8B7C0-07A4-4270-969A-F1ED92B0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Windows-приложение, проверенное на пилоте.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F5A5-A472-41B3-BBE7-1D80E4B2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386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Участники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29EDC-E1D7-4172-A52C-B569705B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386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30 человек в пилоте и 5 запасных.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79462B-7E57-4D9E-B35D-B2A88418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Качество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358C0-0452-480B-B86E-6ED568EC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244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10 из 10 основных сценариев работают.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Критических ошибок и потерь данных нет.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7CA7E5-E9FA-4EA5-89C3-DB534A1D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103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Польза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15E49-AF66-4D25-9470-661954F4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2103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По отзывам и активности решаем,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как развивать приложение дальше.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4B6E5-FD3F-47C8-9877-38B0F9DC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Все показатели в презентации являются плановыми.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9A83EE-CB21-45E1-85F6-AA8ABD09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86078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DB1D7-5182-4003-A7C7-68E73E52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Для кого приложение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5F95A-275C-4AD9-8280-9D9D8E35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Аудитория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9329A-9B6E-4E2C-BED9-05048DBD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Русскоязычные пользователи Windows,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которые совмещают учёбу, работу и домашние дела.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2328B-A08C-4E32-B8D8-476F0536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Альтернативы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1BAD6-7028-4B1C-9FB3-F79CE284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Todoist, TickTick, Notion, календарь и таблицы.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C5F53-A63A-49D2-9096-EBCDB688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Исследование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246AF-E4FC-4DA1-8E6D-0C363B79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12 интервью и 5 пользовательских сессий.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Проверим, нужен ли единый интерфейс.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E1803-9AC1-43A0-AACF-404D3662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На этапе исследования ожидаем подтверждение потребности минимум у 8 из 12 человек.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4CF9B-1897-4273-B95A-3D271CC7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9052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A95C0-6DAC-4DC8-AFB3-CA1600D6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Команда и работа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FDA7A-1F16-4B36-B52C-D460FC4C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Мария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37FBB-BF00-491E-AA0A-75B2B218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План проекта, код, данные и сборка приложения.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D9505-8900-4EA0-A288-FD553ADE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Вика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16379-F767-4A04-9176-E53D1E3A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147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Исследование, оформление и тестирование.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5D9FE-FBF1-4CB8-8AF6-31619E17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Подход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3DF4C-9B71-4E5B-B7DA-FE347E24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005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Agile: короткие этапы с проверкой результата.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3B93EB-45C8-4F5D-8A01-AC654060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864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Kanban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D9F85-9B33-48D4-A6D6-BF3A0E2D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864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Запланировано / В работе / Проверка / Готово.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Раз в неделю обсуждаем прогресс.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9D7D1-BD19-4090-B9AF-72E9E6C4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8825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C0D3E-8E85-442E-AFDE-E8C72696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Приоритеты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153D8-59E3-4B99-A84B-BE53BA92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MoSCoW: сначала то, что нужно для пилота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1B698-D034-4D49-BB9B-D3F97DE8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Обязательно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6256C-F507-40DD-BF27-88290771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Задачи, привычки, сохранение данных,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резервные копии и тестирование.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E42D1-564C-40FE-8C51-0A696153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386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Важно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DA621-8978-44A1-92FF-EDA315EA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386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Ручной учёт и ограниченные команды EVE.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7E0B2-B57C-4901-98B2-DEF98F4E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Позже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0D829-C2C2-447E-B55B-34D980E5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2445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Смена цветовой темы, анимация и полировка.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027F8-32A2-4E7D-9513-E33B6955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103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Вне пилота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5301E-1D58-40D8-9EDF-8BA682D4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2103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Мобильная версия, синхронизация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 банковские интеграции.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EF37CC-8B81-40CD-806E-CCCCDD89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26495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E956-3674-4012-BEB6-567159AC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Пять этапов проекта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B450C-01CA-47B0-941D-69209FAF1035}"/>
              </a:ext>
            </a:extLst>
          </p:cNvPr>
          <p:cNvGraphicFramePr/>
          <p:nvPr/>
        </p:nvGraphicFramePr>
        <p:xfrm>
          <a:off xmlns:a="http://schemas.openxmlformats.org/drawingml/2006/main" x="857250" y="2333625"/>
          <a:ext xmlns:a="http://schemas.openxmlformats.org/drawingml/2006/main" cx="13525500" cy="4667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5238750"/>
                <a:gridCol w="495300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Этап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T w="4763">
                      <a:solidFill>
                        <a:srgbClr val="434F61"/>
                      </a:solidFill>
                      <a:prstDash val="solid"/>
                    </a:lnT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Работы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T w="4763">
                      <a:solidFill>
                        <a:srgbClr val="434F61"/>
                      </a:solidFill>
                      <a:prstDash val="solid"/>
                    </a:lnT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T w="4763">
                      <a:solidFill>
                        <a:srgbClr val="434F61"/>
                      </a:solidFill>
                      <a:prstDash val="solid"/>
                    </a:lnT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1. Исследование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Цель, интервью, требования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Базовый план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2. Проектирование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Макеты и хранение данных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Проверенные сценарии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3. Стабилизация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Задачи, учёт, EVE, сборка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Версия для пилота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4. Пилот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Проверка, набор, наблюдение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Отзывы и показатели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5. Завершение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Анализ, исправления, отчёт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Решение о развитии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10F63-BD72-4726-A260-F06F469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Исходный план включает 18 пакетов работ.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748B6-FEFA-477A-B69A-C25463CD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954947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87DAB-F5EE-4333-B7BF-5D8F21F4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Основные сроки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CD93A-0D6B-4574-BF54-3E16438BA188}"/>
              </a:ext>
            </a:extLst>
          </p:cNvPr>
          <p:cNvGraphicFramePr/>
          <p:nvPr/>
        </p:nvGraphicFramePr>
        <p:xfrm>
          <a:off xmlns:a="http://schemas.openxmlformats.org/drawingml/2006/main" x="857250" y="2333625"/>
          <a:ext xmlns:a="http://schemas.openxmlformats.org/drawingml/2006/main" cx="13525500" cy="4667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90487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Когда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T w="4763">
                      <a:solidFill>
                        <a:srgbClr val="434F61"/>
                      </a:solidFill>
                      <a:prstDash val="solid"/>
                    </a:lnT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Что должно быть готово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T w="4763">
                      <a:solidFill>
                        <a:srgbClr val="434F61"/>
                      </a:solidFill>
                      <a:prstDash val="solid"/>
                    </a:lnT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23 октября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Исследование спроса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28 октября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Требования и план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6 ноября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Макеты и восстановление данных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27 ноября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Проверенная сборка и участники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30 ноября - 13 декабря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Пилот приложения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23 декабря / 25 декабря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434F61"/>
                      </a:solidFill>
                      <a:prstDash val="solid"/>
                    </a:lnL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Финальная проверка / сдача проекта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434F61"/>
                      </a:solidFill>
                      <a:prstDash val="solid"/>
                    </a:lnR>
                    <a:lnB w="4763">
                      <a:solidFill>
                        <a:srgbClr val="434F61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61939-0078-4634-9E45-702F20E6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24 декабря оставляем в резерве. Общий срок: 11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A0FF9-17CE-4E55-8C38-8239E552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199551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183F9-72B7-4B81-BB4E-DC25A5B5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Готовность к пилоту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F1545-6685-453C-AE0D-65575793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Сценарии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C59FA-AD06-472C-8466-DB1E7857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10 из 10 основных сценариев проходят проверку.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CA497-E7D0-4E4E-9B31-1B7DD376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Проверки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E6B51-C8CF-447D-A271-65AE6F43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147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20 из 20 тестовых проверок успешны.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5EB56-F3C5-425A-AE26-D77DAD16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Ошибки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83115-59DE-4B0B-B44C-F624DCC4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005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Нет критических и серьёзных ошибок P0/P1.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1A6AC-5F01-4FCA-AB7B-A7DD5E9A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864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19942-7C70-4504-AC71-4A960927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864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3 из 3 проверок восстановления успешны.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Перед обновлением создаём резервную копию.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1F011-F5DC-4F95-8122-8EB56D71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085613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9500C-CD2F-42C0-8587-63CEC529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Как оценим пользу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1A618-B360-46E1-AAC5-AD287212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Активация: от 80%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63319-ECD0-46F7-BFCF-62866A14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Минимум 24 из 30 участников установили приложение,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выполнили задачу и отметили привычку.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E27C4-85AB-4B68-AA52-C2E197E8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Возврат через неделю: от 40%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91EF4-31FF-4EFB-8985-71959224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7 декабря участник выполнил задачу или отметил привычку.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При 24 активированных нужны минимум 10 вернувшихся.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370BC-7B6D-4824-9F28-BF332D1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Полезность: от 4 из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99FE58-11C8-4E2B-A777-7D6252C7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Средняя оценка по минимум 20 анкетам.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308D3-613B-4B0F-99FD-5D39B03F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Пилот: 30 ноября - 13 декабря. События собираем с согласия участников.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2F804-2686-488F-B2B1-23348761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34320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DD922-6FE0-4DBF-A964-84543EA1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Ресурсы и бюджет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5F01D-461D-4A93-AE7D-89CEF508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4CDFEB-E521-4888-84AE-61439795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2 человека. План работ: 234 часа.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E7065-F4C9-4F89-8D1E-D7E100B9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Доступное время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E6506-E819-427F-A535-D083D77A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147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432 часа при занятости 4 часа в рабочий день.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Из них 86,4 часа на сопровождение и 111,6 часа резерва.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5534C-996C-483C-A9D5-01C8A77A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Техника и программы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4271A-98DE-4FD6-A4B9-49067BD9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005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Компьютеры, накопитель для копий, Git.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Python, Flask, pywebview и SQLite.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32DE7-0850-47D3-A266-958E73E1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864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Деньги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00768-9A70-4ECF-9092-6B04027D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864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Предлагаемый лимит: 3 000 ₽.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Без новых закупок, если техника уже есть.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289F4-180E-4D71-B867-88CFCA4B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Занятость, наличие техники и бюджет требуют согласования.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919EA9-D175-492C-885C-521B39C6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844459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94F1D-F7B2-4176-869D-7DA70C5C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Основные риски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28DC4-A5E2-466C-ABDA-C8E47BA6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Мало интереса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4E756-6C44-4FC2-AF7D-2AF26E54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Уточняем аудиторию и сокращаем объём функций.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C68B0-2BE3-4BDB-B364-91FAD538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Недобор участников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9DE09-08DE-4E8F-94CC-54B113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147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Заранее готовим 5 запасных кандидатов.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42773-83C3-4879-A6E8-AB2A0844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Потеря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B58FD-FF2A-4300-A2B9-6BD1CF15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005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Останавливаем пилот и восстанавливаем копию.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BDE67-BD3F-463C-B907-ED67E3DA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864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Не хватает времени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FDB45-2CEA-4C00-AAC0-8ED180F0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864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Переносим оформление и дополнительные функции.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0F88C2-D05B-455A-84BE-6D70271E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Базовые действия доступны вручную. Облачный ИИ не обязателен для пилота.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E7B7C-7CCF-4206-B678-F658AB3E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547477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538E4-EFD1-44A3-9F6D-F238443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Решение после пилота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4E247-6A2D-4BA6-A296-FE4FA710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Развивать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89401-376F-469E-AC0E-B54D10E4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Сборка прошла проверку,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участники возвращаются и высоко оценивают пользу.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D4CC3-E6F4-4FE7-9997-D8A153AB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Доработать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6D576-0D21-4417-A266-FE38C7C5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Приложение работает, но часть показателей ниже цели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или отзывов пока недостаточно.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DAA74-978B-4A54-A486-9B9F2385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Пересмотреть идею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C03FA-4BB2-412F-868A-7DD359D5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Спрос не подтвердился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или остаётся риск потери данных.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354844-25BF-4807-9DD1-D441A003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25 декабря сдаём сборку и итоговый отчёт.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115D2-8D3C-4F60-90F3-220DDEF3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904796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58BDE4-447C-42B0-9189-60826127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Допущения и источники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5923-E6AC-47A8-BA52-F214DB58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Основа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87EEF-764C-4F75-B3C2-D50E19D9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Исходный проектный план RE:FORM LIFE.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Палитра из предоставленного изображения.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00F33-198F-4329-A5A1-9817B785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Плановые условия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5FBEDE-3C4E-4D8B-8CEB-F76AE82A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Стабилизируем существующий прототип.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Сроки рассчитаны для команды из двух человек.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207F5-3541-46C2-ABE7-99CCA54A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Уточним перед пилотом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800EA-2969-4914-B4DA-5408D345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933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Занятость команды, наличие техники и бюджет.</a:t>
            </a:r>
          </a:p>
          <a:p xmlns:a="http://schemas.openxmlformats.org/drawingml/2006/main">
            <a:pPr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Смену цветовой темы добавим после основных функций.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37B32-C536-48E0-9C75-EB83C499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77125"/>
            <a:ext cx="1333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Плановые цели не являются уже достигнутыми результатами.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20220-5619-42C5-95A3-D1D8569A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096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733684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2026-10-14T11:14:32.7010000Z</dcterms:created>
  <dcterms:modified xsi:type="dcterms:W3CDTF">2026-10-14T11:14:32.7010000Z</dcterms:modified>
</coreProperties>
</file>